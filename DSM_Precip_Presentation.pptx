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E7482-8BC2-45DD-954C-941BC3863405}" v="1515" dt="2026-09-23T03:58:38.220"/>
    <p1510:client id="{90720DEE-D94C-247C-E414-E3C1C84D5E2E}" v="17" dt="2026-09-23T01:28:18.216"/>
    <p1510:client id="{B881E54E-3F4E-3949-91F0-C6E6A97C5FA8}" v="4443" dt="2026-09-23T18:37:31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Angelakis" userId="83259b49-c334-459a-8186-5fb00819a48f" providerId="ADAL" clId="{5F45E80E-6AB3-4A24-AFAE-0A9E2542574C}"/>
    <pc:docChg chg="undo custSel addSld modSld">
      <pc:chgData name="George Angelakis" userId="83259b49-c334-459a-8186-5fb00819a48f" providerId="ADAL" clId="{5F45E80E-6AB3-4A24-AFAE-0A9E2542574C}" dt="2026-09-23T03:58:38.220" v="1711" actId="20577"/>
      <pc:docMkLst>
        <pc:docMk/>
      </pc:docMkLst>
      <pc:sldChg chg="modSp mod">
        <pc:chgData name="George Angelakis" userId="83259b49-c334-459a-8186-5fb00819a48f" providerId="ADAL" clId="{5F45E80E-6AB3-4A24-AFAE-0A9E2542574C}" dt="2026-09-23T02:01:07.451" v="293" actId="20577"/>
        <pc:sldMkLst>
          <pc:docMk/>
          <pc:sldMk cId="1232179634" sldId="263"/>
        </pc:sldMkLst>
        <pc:spChg chg="mod">
          <ac:chgData name="George Angelakis" userId="83259b49-c334-459a-8186-5fb00819a48f" providerId="ADAL" clId="{5F45E80E-6AB3-4A24-AFAE-0A9E2542574C}" dt="2026-09-23T02:01:07.451" v="293" actId="20577"/>
          <ac:spMkLst>
            <pc:docMk/>
            <pc:sldMk cId="1232179634" sldId="263"/>
            <ac:spMk id="3" creationId="{38EDE2CC-84F0-4B2E-A4AF-B6064C461BE0}"/>
          </ac:spMkLst>
        </pc:spChg>
      </pc:sldChg>
      <pc:sldChg chg="modSp">
        <pc:chgData name="George Angelakis" userId="83259b49-c334-459a-8186-5fb00819a48f" providerId="ADAL" clId="{5F45E80E-6AB3-4A24-AFAE-0A9E2542574C}" dt="2026-09-23T03:53:48.755" v="1709" actId="20577"/>
        <pc:sldMkLst>
          <pc:docMk/>
          <pc:sldMk cId="3825085688" sldId="264"/>
        </pc:sldMkLst>
        <pc:spChg chg="mod">
          <ac:chgData name="George Angelakis" userId="83259b49-c334-459a-8186-5fb00819a48f" providerId="ADAL" clId="{5F45E80E-6AB3-4A24-AFAE-0A9E2542574C}" dt="2026-09-23T03:53:48.755" v="1709" actId="20577"/>
          <ac:spMkLst>
            <pc:docMk/>
            <pc:sldMk cId="3825085688" sldId="264"/>
            <ac:spMk id="3" creationId="{417A53E9-A014-34CC-7F09-8828642E001F}"/>
          </ac:spMkLst>
        </pc:spChg>
      </pc:sldChg>
      <pc:sldChg chg="modSp">
        <pc:chgData name="George Angelakis" userId="83259b49-c334-459a-8186-5fb00819a48f" providerId="ADAL" clId="{5F45E80E-6AB3-4A24-AFAE-0A9E2542574C}" dt="2026-09-23T01:58:37.678" v="223" actId="20577"/>
        <pc:sldMkLst>
          <pc:docMk/>
          <pc:sldMk cId="3480464443" sldId="265"/>
        </pc:sldMkLst>
        <pc:spChg chg="mod">
          <ac:chgData name="George Angelakis" userId="83259b49-c334-459a-8186-5fb00819a48f" providerId="ADAL" clId="{5F45E80E-6AB3-4A24-AFAE-0A9E2542574C}" dt="2026-09-23T01:58:37.678" v="223" actId="20577"/>
          <ac:spMkLst>
            <pc:docMk/>
            <pc:sldMk cId="3480464443" sldId="265"/>
            <ac:spMk id="3" creationId="{F72C4600-15B4-323E-295A-ADBDEA405BB1}"/>
          </ac:spMkLst>
        </pc:spChg>
      </pc:sldChg>
      <pc:sldChg chg="modSp new mod">
        <pc:chgData name="George Angelakis" userId="83259b49-c334-459a-8186-5fb00819a48f" providerId="ADAL" clId="{5F45E80E-6AB3-4A24-AFAE-0A9E2542574C}" dt="2026-09-23T03:58:38.220" v="1711" actId="20577"/>
        <pc:sldMkLst>
          <pc:docMk/>
          <pc:sldMk cId="266955992" sldId="266"/>
        </pc:sldMkLst>
        <pc:spChg chg="mod">
          <ac:chgData name="George Angelakis" userId="83259b49-c334-459a-8186-5fb00819a48f" providerId="ADAL" clId="{5F45E80E-6AB3-4A24-AFAE-0A9E2542574C}" dt="2026-09-23T03:10:21.572" v="850" actId="20577"/>
          <ac:spMkLst>
            <pc:docMk/>
            <pc:sldMk cId="266955992" sldId="266"/>
            <ac:spMk id="2" creationId="{FB4D2C63-A71F-7C51-F651-393A291D5CBD}"/>
          </ac:spMkLst>
        </pc:spChg>
        <pc:spChg chg="mod">
          <ac:chgData name="George Angelakis" userId="83259b49-c334-459a-8186-5fb00819a48f" providerId="ADAL" clId="{5F45E80E-6AB3-4A24-AFAE-0A9E2542574C}" dt="2026-09-23T03:58:38.220" v="1711" actId="20577"/>
          <ac:spMkLst>
            <pc:docMk/>
            <pc:sldMk cId="266955992" sldId="266"/>
            <ac:spMk id="3" creationId="{AEDB5F6C-2FEF-B64D-17B2-4656C5672B2D}"/>
          </ac:spMkLst>
        </pc:spChg>
      </pc:sldChg>
      <pc:sldChg chg="modSp new mod">
        <pc:chgData name="George Angelakis" userId="83259b49-c334-459a-8186-5fb00819a48f" providerId="ADAL" clId="{5F45E80E-6AB3-4A24-AFAE-0A9E2542574C}" dt="2026-09-23T03:48:25.762" v="1453" actId="20577"/>
        <pc:sldMkLst>
          <pc:docMk/>
          <pc:sldMk cId="2500310864" sldId="267"/>
        </pc:sldMkLst>
        <pc:spChg chg="mod">
          <ac:chgData name="George Angelakis" userId="83259b49-c334-459a-8186-5fb00819a48f" providerId="ADAL" clId="{5F45E80E-6AB3-4A24-AFAE-0A9E2542574C}" dt="2026-09-23T03:18:29.773" v="1229" actId="20577"/>
          <ac:spMkLst>
            <pc:docMk/>
            <pc:sldMk cId="2500310864" sldId="267"/>
            <ac:spMk id="2" creationId="{46111311-821D-031B-A28A-FE44B6C4C094}"/>
          </ac:spMkLst>
        </pc:spChg>
        <pc:spChg chg="mod">
          <ac:chgData name="George Angelakis" userId="83259b49-c334-459a-8186-5fb00819a48f" providerId="ADAL" clId="{5F45E80E-6AB3-4A24-AFAE-0A9E2542574C}" dt="2026-09-23T03:48:25.762" v="1453" actId="20577"/>
          <ac:spMkLst>
            <pc:docMk/>
            <pc:sldMk cId="2500310864" sldId="267"/>
            <ac:spMk id="3" creationId="{49011531-D162-3D75-5B51-5732F9567BDA}"/>
          </ac:spMkLst>
        </pc:spChg>
      </pc:sldChg>
      <pc:sldChg chg="modSp new mod">
        <pc:chgData name="George Angelakis" userId="83259b49-c334-459a-8186-5fb00819a48f" providerId="ADAL" clId="{5F45E80E-6AB3-4A24-AFAE-0A9E2542574C}" dt="2026-09-23T03:52:29.319" v="1681" actId="20577"/>
        <pc:sldMkLst>
          <pc:docMk/>
          <pc:sldMk cId="2301289667" sldId="268"/>
        </pc:sldMkLst>
        <pc:spChg chg="mod">
          <ac:chgData name="George Angelakis" userId="83259b49-c334-459a-8186-5fb00819a48f" providerId="ADAL" clId="{5F45E80E-6AB3-4A24-AFAE-0A9E2542574C}" dt="2026-09-23T03:52:29.319" v="1681" actId="20577"/>
          <ac:spMkLst>
            <pc:docMk/>
            <pc:sldMk cId="2301289667" sldId="268"/>
            <ac:spMk id="2" creationId="{DCF3DBA0-01BC-9176-5CCC-7E11B20B3EC4}"/>
          </ac:spMkLst>
        </pc:spChg>
        <pc:spChg chg="mod">
          <ac:chgData name="George Angelakis" userId="83259b49-c334-459a-8186-5fb00819a48f" providerId="ADAL" clId="{5F45E80E-6AB3-4A24-AFAE-0A9E2542574C}" dt="2026-09-23T03:50:55.867" v="1575" actId="20577"/>
          <ac:spMkLst>
            <pc:docMk/>
            <pc:sldMk cId="2301289667" sldId="268"/>
            <ac:spMk id="3" creationId="{094E1C43-D037-3A47-870D-78B2BCBFF113}"/>
          </ac:spMkLst>
        </pc:spChg>
      </pc:sldChg>
    </pc:docChg>
  </pc:docChgLst>
  <pc:docChgLst>
    <pc:chgData clId="Web-{00000000-0000-0000-0000-000000000000}"/>
    <pc:docChg chg="modSld">
      <pc:chgData name="" userId="" providerId="" clId="Web-{00000000-0000-0000-0000-000000000000}" dt="2026-09-21T17:42:26.507" v="3" actId="20577"/>
      <pc:docMkLst>
        <pc:docMk/>
      </pc:docMkLst>
      <pc:sldChg chg="modSp">
        <pc:chgData name="" userId="" providerId="" clId="Web-{00000000-0000-0000-0000-000000000000}" dt="2026-09-21T17:42:26.507" v="3" actId="20577"/>
        <pc:sldMkLst>
          <pc:docMk/>
          <pc:sldMk cId="109857222" sldId="256"/>
        </pc:sldMkLst>
        <pc:spChg chg="mod">
          <ac:chgData name="" userId="" providerId="" clId="Web-{00000000-0000-0000-0000-000000000000}" dt="2026-09-21T17:42:26.507" v="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George Angelakis" userId="S::george.angelakis@drake.edu::83259b49-c334-459a-8186-5fb00819a48f" providerId="AD" clId="Web-{90720DEE-D94C-247C-E414-E3C1C84D5E2E}"/>
    <pc:docChg chg="modSld">
      <pc:chgData name="George Angelakis" userId="S::george.angelakis@drake.edu::83259b49-c334-459a-8186-5fb00819a48f" providerId="AD" clId="Web-{90720DEE-D94C-247C-E414-E3C1C84D5E2E}" dt="2026-09-23T01:28:18.216" v="15" actId="20577"/>
      <pc:docMkLst>
        <pc:docMk/>
      </pc:docMkLst>
      <pc:sldChg chg="modSp">
        <pc:chgData name="George Angelakis" userId="S::george.angelakis@drake.edu::83259b49-c334-459a-8186-5fb00819a48f" providerId="AD" clId="Web-{90720DEE-D94C-247C-E414-E3C1C84D5E2E}" dt="2026-09-23T01:28:18.216" v="15" actId="20577"/>
        <pc:sldMkLst>
          <pc:docMk/>
          <pc:sldMk cId="3825085688" sldId="264"/>
        </pc:sldMkLst>
        <pc:spChg chg="mod">
          <ac:chgData name="George Angelakis" userId="S::george.angelakis@drake.edu::83259b49-c334-459a-8186-5fb00819a48f" providerId="AD" clId="Web-{90720DEE-D94C-247C-E414-E3C1C84D5E2E}" dt="2026-09-23T01:28:18.216" v="15" actId="20577"/>
          <ac:spMkLst>
            <pc:docMk/>
            <pc:sldMk cId="3825085688" sldId="264"/>
            <ac:spMk id="3" creationId="{417A53E9-A014-34CC-7F09-8828642E001F}"/>
          </ac:spMkLst>
        </pc:spChg>
      </pc:sldChg>
      <pc:sldChg chg="modSp">
        <pc:chgData name="George Angelakis" userId="S::george.angelakis@drake.edu::83259b49-c334-459a-8186-5fb00819a48f" providerId="AD" clId="Web-{90720DEE-D94C-247C-E414-E3C1C84D5E2E}" dt="2026-09-23T01:27:32.840" v="5" actId="1076"/>
        <pc:sldMkLst>
          <pc:docMk/>
          <pc:sldMk cId="3480464443" sldId="265"/>
        </pc:sldMkLst>
        <pc:spChg chg="mod">
          <ac:chgData name="George Angelakis" userId="S::george.angelakis@drake.edu::83259b49-c334-459a-8186-5fb00819a48f" providerId="AD" clId="Web-{90720DEE-D94C-247C-E414-E3C1C84D5E2E}" dt="2026-09-23T01:27:32.840" v="5" actId="1076"/>
          <ac:spMkLst>
            <pc:docMk/>
            <pc:sldMk cId="3480464443" sldId="265"/>
            <ac:spMk id="3" creationId="{F72C4600-15B4-323E-295A-ADBDEA405BB1}"/>
          </ac:spMkLst>
        </pc:spChg>
      </pc:sldChg>
    </pc:docChg>
  </pc:docChgLst>
  <pc:docChgLst>
    <pc:chgData name="Louie Bloomberg" userId="76a16473-cee8-4950-a663-281c836833c6" providerId="ADAL" clId="{DB185249-C638-4246-B87A-84C15141E6E6}"/>
    <pc:docChg chg="custSel modSld">
      <pc:chgData name="Louie Bloomberg" userId="76a16473-cee8-4950-a663-281c836833c6" providerId="ADAL" clId="{DB185249-C638-4246-B87A-84C15141E6E6}" dt="2026-09-22T16:58:46.338" v="4" actId="27636"/>
      <pc:docMkLst>
        <pc:docMk/>
      </pc:docMkLst>
      <pc:sldChg chg="modSp mod">
        <pc:chgData name="Louie Bloomberg" userId="76a16473-cee8-4950-a663-281c836833c6" providerId="ADAL" clId="{DB185249-C638-4246-B87A-84C15141E6E6}" dt="2026-09-22T16:58:45.024" v="1" actId="27636"/>
        <pc:sldMkLst>
          <pc:docMk/>
          <pc:sldMk cId="109857222" sldId="256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ouie Bloomberg" userId="76a16473-cee8-4950-a663-281c836833c6" providerId="ADAL" clId="{DB185249-C638-4246-B87A-84C15141E6E6}" dt="2026-09-22T16:58:45.024" v="1" actId="27636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959928588" sldId="257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959928588" sldId="257"/>
            <ac:spMk id="2" creationId="{5E7F14BE-855C-9C6A-467A-9A972F5587E8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631413008" sldId="258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631413008" sldId="258"/>
            <ac:spMk id="2" creationId="{12F30F62-E8E8-78C3-9AF0-885315E9C819}"/>
          </ac:spMkLst>
        </pc:spChg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631413008" sldId="258"/>
            <ac:spMk id="3" creationId="{63EC36B9-8075-D9B0-7DA2-DB758D7F1A4D}"/>
          </ac:spMkLst>
        </pc:spChg>
      </pc:sldChg>
      <pc:sldChg chg="modSp mod">
        <pc:chgData name="Louie Bloomberg" userId="76a16473-cee8-4950-a663-281c836833c6" providerId="ADAL" clId="{DB185249-C638-4246-B87A-84C15141E6E6}" dt="2026-09-22T16:58:46.288" v="2" actId="27636"/>
        <pc:sldMkLst>
          <pc:docMk/>
          <pc:sldMk cId="1970618278" sldId="259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1970618278" sldId="259"/>
            <ac:spMk id="2" creationId="{7A672E37-5155-22CE-0DE0-9A6DBA83637B}"/>
          </ac:spMkLst>
        </pc:spChg>
        <pc:spChg chg="mod">
          <ac:chgData name="Louie Bloomberg" userId="76a16473-cee8-4950-a663-281c836833c6" providerId="ADAL" clId="{DB185249-C638-4246-B87A-84C15141E6E6}" dt="2026-09-22T16:58:46.288" v="2" actId="27636"/>
          <ac:spMkLst>
            <pc:docMk/>
            <pc:sldMk cId="1970618278" sldId="259"/>
            <ac:spMk id="3" creationId="{66FB8EAE-357D-DE9E-4F27-F2D1C46E1893}"/>
          </ac:spMkLst>
        </pc:spChg>
      </pc:sldChg>
      <pc:sldChg chg="modSp mod">
        <pc:chgData name="Louie Bloomberg" userId="76a16473-cee8-4950-a663-281c836833c6" providerId="ADAL" clId="{DB185249-C638-4246-B87A-84C15141E6E6}" dt="2026-09-22T16:58:46.338" v="4" actId="27636"/>
        <pc:sldMkLst>
          <pc:docMk/>
          <pc:sldMk cId="2075948217" sldId="260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2075948217" sldId="260"/>
            <ac:spMk id="2" creationId="{57887FBB-ADCE-E8BD-D695-DF71B643DF1A}"/>
          </ac:spMkLst>
        </pc:spChg>
        <pc:spChg chg="mod">
          <ac:chgData name="Louie Bloomberg" userId="76a16473-cee8-4950-a663-281c836833c6" providerId="ADAL" clId="{DB185249-C638-4246-B87A-84C15141E6E6}" dt="2026-09-22T16:58:46.338" v="4" actId="27636"/>
          <ac:spMkLst>
            <pc:docMk/>
            <pc:sldMk cId="2075948217" sldId="260"/>
            <ac:spMk id="3" creationId="{6584455A-F313-2CBF-EE4C-AE8FD63E4EDE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3330281675" sldId="261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330281675" sldId="261"/>
            <ac:spMk id="2" creationId="{F38C80BE-2EAF-25F3-1B67-4A1855041A4C}"/>
          </ac:spMkLst>
        </pc:spChg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330281675" sldId="261"/>
            <ac:spMk id="3" creationId="{26291F45-6FEE-A0FB-75D5-D003F336D4DB}"/>
          </ac:spMkLst>
        </pc:spChg>
      </pc:sldChg>
      <pc:sldChg chg="modSp mod">
        <pc:chgData name="Louie Bloomberg" userId="76a16473-cee8-4950-a663-281c836833c6" providerId="ADAL" clId="{DB185249-C638-4246-B87A-84C15141E6E6}" dt="2026-09-22T16:58:46.330" v="3" actId="27636"/>
        <pc:sldMkLst>
          <pc:docMk/>
          <pc:sldMk cId="382989612" sldId="262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82989612" sldId="262"/>
            <ac:spMk id="2" creationId="{770E5890-DDC5-E04B-7084-884A1648A936}"/>
          </ac:spMkLst>
        </pc:spChg>
        <pc:spChg chg="mod">
          <ac:chgData name="Louie Bloomberg" userId="76a16473-cee8-4950-a663-281c836833c6" providerId="ADAL" clId="{DB185249-C638-4246-B87A-84C15141E6E6}" dt="2026-09-22T16:58:46.330" v="3" actId="27636"/>
          <ac:spMkLst>
            <pc:docMk/>
            <pc:sldMk cId="382989612" sldId="262"/>
            <ac:spMk id="3" creationId="{D64B01D7-D23E-3E5B-6E6D-C6A46C88052B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1232179634" sldId="263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1232179634" sldId="263"/>
            <ac:spMk id="2" creationId="{9EA42F07-66BD-7498-0E5F-A4A4B4F0E924}"/>
          </ac:spMkLst>
        </pc:spChg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1232179634" sldId="263"/>
            <ac:spMk id="3" creationId="{38EDE2CC-84F0-4B2E-A4AF-B6064C461BE0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3825085688" sldId="264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825085688" sldId="264"/>
            <ac:spMk id="2" creationId="{085E5326-1267-F86F-1159-15F75DE9432F}"/>
          </ac:spMkLst>
        </pc:spChg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825085688" sldId="264"/>
            <ac:spMk id="3" creationId="{417A53E9-A014-34CC-7F09-8828642E001F}"/>
          </ac:spMkLst>
        </pc:spChg>
      </pc:sldChg>
      <pc:sldChg chg="modSp">
        <pc:chgData name="Louie Bloomberg" userId="76a16473-cee8-4950-a663-281c836833c6" providerId="ADAL" clId="{DB185249-C638-4246-B87A-84C15141E6E6}" dt="2026-09-22T16:58:44.922" v="0"/>
        <pc:sldMkLst>
          <pc:docMk/>
          <pc:sldMk cId="3480464443" sldId="265"/>
        </pc:sldMkLst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480464443" sldId="265"/>
            <ac:spMk id="2" creationId="{05CB9090-06A5-A5DE-9C8B-BE1F5D00BBEA}"/>
          </ac:spMkLst>
        </pc:spChg>
        <pc:spChg chg="mod">
          <ac:chgData name="Louie Bloomberg" userId="76a16473-cee8-4950-a663-281c836833c6" providerId="ADAL" clId="{DB185249-C638-4246-B87A-84C15141E6E6}" dt="2026-09-22T16:58:44.922" v="0"/>
          <ac:spMkLst>
            <pc:docMk/>
            <pc:sldMk cId="3480464443" sldId="265"/>
            <ac:spMk id="3" creationId="{F72C4600-15B4-323E-295A-ADBDEA405BB1}"/>
          </ac:spMkLst>
        </pc:spChg>
      </pc:sldChg>
    </pc:docChg>
  </pc:docChgLst>
  <pc:docChgLst>
    <pc:chgData name="Jed Wilson" userId="S::jed.wilson@drake.edu::25dcfeac-52fd-4002-b690-6f1ee19e64cb" providerId="AD" clId="Web-{00000000-0000-0000-0000-000000000000}"/>
    <pc:docChg chg="addSld modSld">
      <pc:chgData name="Jed Wilson" userId="S::jed.wilson@drake.edu::25dcfeac-52fd-4002-b690-6f1ee19e64cb" providerId="AD" clId="Web-{00000000-0000-0000-0000-000000000000}" dt="2026-09-21T18:39:26.186" v="252" actId="20577"/>
      <pc:docMkLst>
        <pc:docMk/>
      </pc:docMkLst>
      <pc:sldChg chg="modSp">
        <pc:chgData name="Jed Wilson" userId="S::jed.wilson@drake.edu::25dcfeac-52fd-4002-b690-6f1ee19e64cb" providerId="AD" clId="Web-{00000000-0000-0000-0000-000000000000}" dt="2026-09-21T17:45:39.262" v="6" actId="20577"/>
        <pc:sldMkLst>
          <pc:docMk/>
          <pc:sldMk cId="109857222" sldId="256"/>
        </pc:sldMkLst>
        <pc:spChg chg="mod">
          <ac:chgData name="Jed Wilson" userId="S::jed.wilson@drake.edu::25dcfeac-52fd-4002-b690-6f1ee19e64cb" providerId="AD" clId="Web-{00000000-0000-0000-0000-000000000000}" dt="2026-09-21T17:45:39.262" v="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Jed Wilson" userId="S::jed.wilson@drake.edu::25dcfeac-52fd-4002-b690-6f1ee19e64cb" providerId="AD" clId="Web-{00000000-0000-0000-0000-000000000000}" dt="2026-09-21T18:39:26.186" v="252" actId="20577"/>
        <pc:sldMkLst>
          <pc:docMk/>
          <pc:sldMk cId="1232179634" sldId="263"/>
        </pc:sldMkLst>
        <pc:spChg chg="mod">
          <ac:chgData name="Jed Wilson" userId="S::jed.wilson@drake.edu::25dcfeac-52fd-4002-b690-6f1ee19e64cb" providerId="AD" clId="Web-{00000000-0000-0000-0000-000000000000}" dt="2026-09-21T18:39:26.186" v="252" actId="20577"/>
          <ac:spMkLst>
            <pc:docMk/>
            <pc:sldMk cId="1232179634" sldId="263"/>
            <ac:spMk id="3" creationId="{38EDE2CC-84F0-4B2E-A4AF-B6064C461BE0}"/>
          </ac:spMkLst>
        </pc:spChg>
      </pc:sldChg>
    </pc:docChg>
  </pc:docChgLst>
  <pc:docChgLst>
    <pc:chgData name="George Angelakis" userId="S::george.angelakis@drake.edu::83259b49-c334-459a-8186-5fb00819a48f" providerId="AD" clId="Web-{1C322445-0309-05CB-6EC8-28C903A081C9}"/>
    <pc:docChg chg="addSld modSld">
      <pc:chgData name="George Angelakis" userId="S::george.angelakis@drake.edu::83259b49-c334-459a-8186-5fb00819a48f" providerId="AD" clId="Web-{1C322445-0309-05CB-6EC8-28C903A081C9}" dt="2026-09-20T22:25:53.487" v="9" actId="20577"/>
      <pc:docMkLst>
        <pc:docMk/>
      </pc:docMkLst>
      <pc:sldChg chg="modSp new">
        <pc:chgData name="George Angelakis" userId="S::george.angelakis@drake.edu::83259b49-c334-459a-8186-5fb00819a48f" providerId="AD" clId="Web-{1C322445-0309-05CB-6EC8-28C903A081C9}" dt="2026-09-20T22:25:53.487" v="9" actId="20577"/>
        <pc:sldMkLst>
          <pc:docMk/>
          <pc:sldMk cId="959928588" sldId="257"/>
        </pc:sldMkLst>
        <pc:spChg chg="mod">
          <ac:chgData name="George Angelakis" userId="S::george.angelakis@drake.edu::83259b49-c334-459a-8186-5fb00819a48f" providerId="AD" clId="Web-{1C322445-0309-05CB-6EC8-28C903A081C9}" dt="2026-09-20T22:25:53.487" v="9" actId="20577"/>
          <ac:spMkLst>
            <pc:docMk/>
            <pc:sldMk cId="959928588" sldId="257"/>
            <ac:spMk id="2" creationId="{5E7F14BE-855C-9C6A-467A-9A972F5587E8}"/>
          </ac:spMkLst>
        </pc:spChg>
      </pc:sldChg>
    </pc:docChg>
  </pc:docChgLst>
  <pc:docChgLst>
    <pc:chgData name="George Angelakis" userId="S::george.angelakis@drake.edu::83259b49-c334-459a-8186-5fb00819a48f" providerId="AD" clId="Web-{00000000-0000-0000-0000-000000000000}"/>
    <pc:docChg chg="addSld modSld">
      <pc:chgData name="George Angelakis" userId="S::george.angelakis@drake.edu::83259b49-c334-459a-8186-5fb00819a48f" providerId="AD" clId="Web-{00000000-0000-0000-0000-000000000000}" dt="2026-09-21T18:46:48.574" v="798" actId="20577"/>
      <pc:docMkLst>
        <pc:docMk/>
      </pc:docMkLst>
      <pc:sldChg chg="modSp">
        <pc:chgData name="George Angelakis" userId="S::george.angelakis@drake.edu::83259b49-c334-459a-8186-5fb00819a48f" providerId="AD" clId="Web-{00000000-0000-0000-0000-000000000000}" dt="2026-09-21T17:42:32.007" v="0" actId="20577"/>
        <pc:sldMkLst>
          <pc:docMk/>
          <pc:sldMk cId="109857222" sldId="256"/>
        </pc:sldMkLst>
        <pc:spChg chg="mod">
          <ac:chgData name="George Angelakis" userId="S::george.angelakis@drake.edu::83259b49-c334-459a-8186-5fb00819a48f" providerId="AD" clId="Web-{00000000-0000-0000-0000-000000000000}" dt="2026-09-21T17:42:32.007" v="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new">
        <pc:chgData name="George Angelakis" userId="S::george.angelakis@drake.edu::83259b49-c334-459a-8186-5fb00819a48f" providerId="AD" clId="Web-{00000000-0000-0000-0000-000000000000}" dt="2026-09-21T18:10:16.109" v="274" actId="14100"/>
        <pc:sldMkLst>
          <pc:docMk/>
          <pc:sldMk cId="1970618278" sldId="259"/>
        </pc:sldMkLst>
        <pc:spChg chg="mod">
          <ac:chgData name="George Angelakis" userId="S::george.angelakis@drake.edu::83259b49-c334-459a-8186-5fb00819a48f" providerId="AD" clId="Web-{00000000-0000-0000-0000-000000000000}" dt="2026-09-21T17:43:44.351" v="14" actId="20577"/>
          <ac:spMkLst>
            <pc:docMk/>
            <pc:sldMk cId="1970618278" sldId="259"/>
            <ac:spMk id="2" creationId="{7A672E37-5155-22CE-0DE0-9A6DBA83637B}"/>
          </ac:spMkLst>
        </pc:spChg>
        <pc:spChg chg="mod">
          <ac:chgData name="George Angelakis" userId="S::george.angelakis@drake.edu::83259b49-c334-459a-8186-5fb00819a48f" providerId="AD" clId="Web-{00000000-0000-0000-0000-000000000000}" dt="2026-09-21T18:10:12.015" v="273" actId="20577"/>
          <ac:spMkLst>
            <pc:docMk/>
            <pc:sldMk cId="1970618278" sldId="259"/>
            <ac:spMk id="3" creationId="{66FB8EAE-357D-DE9E-4F27-F2D1C46E1893}"/>
          </ac:spMkLst>
        </pc:spChg>
        <pc:picChg chg="add mod">
          <ac:chgData name="George Angelakis" userId="S::george.angelakis@drake.edu::83259b49-c334-459a-8186-5fb00819a48f" providerId="AD" clId="Web-{00000000-0000-0000-0000-000000000000}" dt="2026-09-21T18:10:16.109" v="274" actId="14100"/>
          <ac:picMkLst>
            <pc:docMk/>
            <pc:sldMk cId="1970618278" sldId="259"/>
            <ac:picMk id="4" creationId="{905FD059-94F7-58D6-B730-340F19DA7A73}"/>
          </ac:picMkLst>
        </pc:picChg>
      </pc:sldChg>
      <pc:sldChg chg="addSp modSp new">
        <pc:chgData name="George Angelakis" userId="S::george.angelakis@drake.edu::83259b49-c334-459a-8186-5fb00819a48f" providerId="AD" clId="Web-{00000000-0000-0000-0000-000000000000}" dt="2026-09-21T18:13:38.126" v="349" actId="20577"/>
        <pc:sldMkLst>
          <pc:docMk/>
          <pc:sldMk cId="3330281675" sldId="261"/>
        </pc:sldMkLst>
        <pc:spChg chg="mod">
          <ac:chgData name="George Angelakis" userId="S::george.angelakis@drake.edu::83259b49-c334-459a-8186-5fb00819a48f" providerId="AD" clId="Web-{00000000-0000-0000-0000-000000000000}" dt="2026-09-21T17:53:03.745" v="88" actId="20577"/>
          <ac:spMkLst>
            <pc:docMk/>
            <pc:sldMk cId="3330281675" sldId="261"/>
            <ac:spMk id="2" creationId="{F38C80BE-2EAF-25F3-1B67-4A1855041A4C}"/>
          </ac:spMkLst>
        </pc:spChg>
        <pc:spChg chg="mod">
          <ac:chgData name="George Angelakis" userId="S::george.angelakis@drake.edu::83259b49-c334-459a-8186-5fb00819a48f" providerId="AD" clId="Web-{00000000-0000-0000-0000-000000000000}" dt="2026-09-21T18:13:38.126" v="349" actId="20577"/>
          <ac:spMkLst>
            <pc:docMk/>
            <pc:sldMk cId="3330281675" sldId="261"/>
            <ac:spMk id="3" creationId="{26291F45-6FEE-A0FB-75D5-D003F336D4DB}"/>
          </ac:spMkLst>
        </pc:spChg>
        <pc:picChg chg="add mod">
          <ac:chgData name="George Angelakis" userId="S::george.angelakis@drake.edu::83259b49-c334-459a-8186-5fb00819a48f" providerId="AD" clId="Web-{00000000-0000-0000-0000-000000000000}" dt="2026-09-21T18:12:17.157" v="287" actId="14100"/>
          <ac:picMkLst>
            <pc:docMk/>
            <pc:sldMk cId="3330281675" sldId="261"/>
            <ac:picMk id="4" creationId="{9139C5F0-EB10-208A-D4C6-F71C8BBA5642}"/>
          </ac:picMkLst>
        </pc:picChg>
        <pc:picChg chg="add mod">
          <ac:chgData name="George Angelakis" userId="S::george.angelakis@drake.edu::83259b49-c334-459a-8186-5fb00819a48f" providerId="AD" clId="Web-{00000000-0000-0000-0000-000000000000}" dt="2026-09-21T18:12:38.188" v="292" actId="1076"/>
          <ac:picMkLst>
            <pc:docMk/>
            <pc:sldMk cId="3330281675" sldId="261"/>
            <ac:picMk id="5" creationId="{6F97420A-C274-A049-504F-CEA66A62FAE8}"/>
          </ac:picMkLst>
        </pc:picChg>
        <pc:picChg chg="add mod">
          <ac:chgData name="George Angelakis" userId="S::george.angelakis@drake.edu::83259b49-c334-459a-8186-5fb00819a48f" providerId="AD" clId="Web-{00000000-0000-0000-0000-000000000000}" dt="2026-09-21T18:12:53.126" v="296" actId="14100"/>
          <ac:picMkLst>
            <pc:docMk/>
            <pc:sldMk cId="3330281675" sldId="261"/>
            <ac:picMk id="6" creationId="{B12C93BE-FC9C-4B20-C700-20C48ABA5B8D}"/>
          </ac:picMkLst>
        </pc:picChg>
      </pc:sldChg>
      <pc:sldChg chg="addSp modSp new">
        <pc:chgData name="George Angelakis" userId="S::george.angelakis@drake.edu::83259b49-c334-459a-8186-5fb00819a48f" providerId="AD" clId="Web-{00000000-0000-0000-0000-000000000000}" dt="2026-09-21T18:14:52.439" v="406" actId="1076"/>
        <pc:sldMkLst>
          <pc:docMk/>
          <pc:sldMk cId="382989612" sldId="262"/>
        </pc:sldMkLst>
        <pc:spChg chg="mod">
          <ac:chgData name="George Angelakis" userId="S::george.angelakis@drake.edu::83259b49-c334-459a-8186-5fb00819a48f" providerId="AD" clId="Web-{00000000-0000-0000-0000-000000000000}" dt="2026-09-21T17:53:14.073" v="109" actId="20577"/>
          <ac:spMkLst>
            <pc:docMk/>
            <pc:sldMk cId="382989612" sldId="262"/>
            <ac:spMk id="2" creationId="{770E5890-DDC5-E04B-7084-884A1648A936}"/>
          </ac:spMkLst>
        </pc:spChg>
        <pc:spChg chg="mod">
          <ac:chgData name="George Angelakis" userId="S::george.angelakis@drake.edu::83259b49-c334-459a-8186-5fb00819a48f" providerId="AD" clId="Web-{00000000-0000-0000-0000-000000000000}" dt="2026-09-21T18:14:39.814" v="402" actId="20577"/>
          <ac:spMkLst>
            <pc:docMk/>
            <pc:sldMk cId="382989612" sldId="262"/>
            <ac:spMk id="3" creationId="{D64B01D7-D23E-3E5B-6E6D-C6A46C88052B}"/>
          </ac:spMkLst>
        </pc:spChg>
        <pc:picChg chg="add mod">
          <ac:chgData name="George Angelakis" userId="S::george.angelakis@drake.edu::83259b49-c334-459a-8186-5fb00819a48f" providerId="AD" clId="Web-{00000000-0000-0000-0000-000000000000}" dt="2026-09-21T18:14:52.439" v="406" actId="1076"/>
          <ac:picMkLst>
            <pc:docMk/>
            <pc:sldMk cId="382989612" sldId="262"/>
            <ac:picMk id="4" creationId="{A249312A-457D-7534-ECEC-CB53DDA4E0F9}"/>
          </ac:picMkLst>
        </pc:picChg>
      </pc:sldChg>
      <pc:sldChg chg="modSp">
        <pc:chgData name="George Angelakis" userId="S::george.angelakis@drake.edu::83259b49-c334-459a-8186-5fb00819a48f" providerId="AD" clId="Web-{00000000-0000-0000-0000-000000000000}" dt="2026-09-21T18:15:08.251" v="421" actId="20577"/>
        <pc:sldMkLst>
          <pc:docMk/>
          <pc:sldMk cId="1232179634" sldId="263"/>
        </pc:sldMkLst>
        <pc:spChg chg="mod">
          <ac:chgData name="George Angelakis" userId="S::george.angelakis@drake.edu::83259b49-c334-459a-8186-5fb00819a48f" providerId="AD" clId="Web-{00000000-0000-0000-0000-000000000000}" dt="2026-09-21T18:15:08.251" v="421" actId="20577"/>
          <ac:spMkLst>
            <pc:docMk/>
            <pc:sldMk cId="1232179634" sldId="263"/>
            <ac:spMk id="2" creationId="{9EA42F07-66BD-7498-0E5F-A4A4B4F0E924}"/>
          </ac:spMkLst>
        </pc:spChg>
      </pc:sldChg>
      <pc:sldChg chg="modSp new">
        <pc:chgData name="George Angelakis" userId="S::george.angelakis@drake.edu::83259b49-c334-459a-8186-5fb00819a48f" providerId="AD" clId="Web-{00000000-0000-0000-0000-000000000000}" dt="2026-09-21T18:41:02.197" v="614" actId="20577"/>
        <pc:sldMkLst>
          <pc:docMk/>
          <pc:sldMk cId="3825085688" sldId="264"/>
        </pc:sldMkLst>
        <pc:spChg chg="mod">
          <ac:chgData name="George Angelakis" userId="S::george.angelakis@drake.edu::83259b49-c334-459a-8186-5fb00819a48f" providerId="AD" clId="Web-{00000000-0000-0000-0000-000000000000}" dt="2026-09-21T18:41:02.197" v="614" actId="20577"/>
          <ac:spMkLst>
            <pc:docMk/>
            <pc:sldMk cId="3825085688" sldId="264"/>
            <ac:spMk id="2" creationId="{085E5326-1267-F86F-1159-15F75DE9432F}"/>
          </ac:spMkLst>
        </pc:spChg>
        <pc:spChg chg="mod">
          <ac:chgData name="George Angelakis" userId="S::george.angelakis@drake.edu::83259b49-c334-459a-8186-5fb00819a48f" providerId="AD" clId="Web-{00000000-0000-0000-0000-000000000000}" dt="2026-09-21T18:38:58.712" v="572" actId="20577"/>
          <ac:spMkLst>
            <pc:docMk/>
            <pc:sldMk cId="3825085688" sldId="264"/>
            <ac:spMk id="3" creationId="{417A53E9-A014-34CC-7F09-8828642E001F}"/>
          </ac:spMkLst>
        </pc:spChg>
      </pc:sldChg>
      <pc:sldChg chg="modSp new">
        <pc:chgData name="George Angelakis" userId="S::george.angelakis@drake.edu::83259b49-c334-459a-8186-5fb00819a48f" providerId="AD" clId="Web-{00000000-0000-0000-0000-000000000000}" dt="2026-09-21T18:46:48.574" v="798" actId="20577"/>
        <pc:sldMkLst>
          <pc:docMk/>
          <pc:sldMk cId="3480464443" sldId="265"/>
        </pc:sldMkLst>
        <pc:spChg chg="mod">
          <ac:chgData name="George Angelakis" userId="S::george.angelakis@drake.edu::83259b49-c334-459a-8186-5fb00819a48f" providerId="AD" clId="Web-{00000000-0000-0000-0000-000000000000}" dt="2026-09-21T18:15:24.048" v="446" actId="20577"/>
          <ac:spMkLst>
            <pc:docMk/>
            <pc:sldMk cId="3480464443" sldId="265"/>
            <ac:spMk id="2" creationId="{05CB9090-06A5-A5DE-9C8B-BE1F5D00BBEA}"/>
          </ac:spMkLst>
        </pc:spChg>
        <pc:spChg chg="mod">
          <ac:chgData name="George Angelakis" userId="S::george.angelakis@drake.edu::83259b49-c334-459a-8186-5fb00819a48f" providerId="AD" clId="Web-{00000000-0000-0000-0000-000000000000}" dt="2026-09-21T18:46:48.574" v="798" actId="20577"/>
          <ac:spMkLst>
            <pc:docMk/>
            <pc:sldMk cId="3480464443" sldId="265"/>
            <ac:spMk id="3" creationId="{F72C4600-15B4-323E-295A-ADBDEA405BB1}"/>
          </ac:spMkLst>
        </pc:spChg>
      </pc:sldChg>
    </pc:docChg>
  </pc:docChgLst>
  <pc:docChgLst>
    <pc:chgData name="Louie Bloomberg" userId="76a16473-cee8-4950-a663-281c836833c6" providerId="ADAL" clId="{33D86E0F-1B04-5C65-81C7-ED5231302D30}"/>
    <pc:docChg chg="undo custSel addSld delSld modSld">
      <pc:chgData name="Louie Bloomberg" userId="76a16473-cee8-4950-a663-281c836833c6" providerId="ADAL" clId="{33D86E0F-1B04-5C65-81C7-ED5231302D30}" dt="2026-09-23T18:39:02.975" v="6868" actId="404"/>
      <pc:docMkLst>
        <pc:docMk/>
      </pc:docMkLst>
      <pc:sldChg chg="modSp mod">
        <pc:chgData name="Louie Bloomberg" userId="76a16473-cee8-4950-a663-281c836833c6" providerId="ADAL" clId="{33D86E0F-1B04-5C65-81C7-ED5231302D30}" dt="2026-09-23T18:39:02.975" v="6868" actId="404"/>
        <pc:sldMkLst>
          <pc:docMk/>
          <pc:sldMk cId="109857222" sldId="256"/>
        </pc:sldMkLst>
        <pc:spChg chg="mod">
          <ac:chgData name="Louie Bloomberg" userId="76a16473-cee8-4950-a663-281c836833c6" providerId="ADAL" clId="{33D86E0F-1B04-5C65-81C7-ED5231302D30}" dt="2026-09-22T17:00:02.162" v="237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ouie Bloomberg" userId="76a16473-cee8-4950-a663-281c836833c6" providerId="ADAL" clId="{33D86E0F-1B04-5C65-81C7-ED5231302D30}" dt="2026-09-23T18:39:02.975" v="6868" actId="404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mod">
        <pc:chgData name="Louie Bloomberg" userId="76a16473-cee8-4950-a663-281c836833c6" providerId="ADAL" clId="{33D86E0F-1B04-5C65-81C7-ED5231302D30}" dt="2026-09-23T18:37:26.688" v="6853" actId="20577"/>
        <pc:sldMkLst>
          <pc:docMk/>
          <pc:sldMk cId="959928588" sldId="257"/>
        </pc:sldMkLst>
        <pc:spChg chg="mod">
          <ac:chgData name="Louie Bloomberg" userId="76a16473-cee8-4950-a663-281c836833c6" providerId="ADAL" clId="{33D86E0F-1B04-5C65-81C7-ED5231302D30}" dt="2026-09-23T18:37:26.688" v="6853" actId="20577"/>
          <ac:spMkLst>
            <pc:docMk/>
            <pc:sldMk cId="959928588" sldId="257"/>
            <ac:spMk id="3" creationId="{4830790A-4330-BE41-E84A-1B85F5DB6744}"/>
          </ac:spMkLst>
        </pc:spChg>
      </pc:sldChg>
      <pc:sldChg chg="modSp new mod">
        <pc:chgData name="Louie Bloomberg" userId="76a16473-cee8-4950-a663-281c836833c6" providerId="ADAL" clId="{33D86E0F-1B04-5C65-81C7-ED5231302D30}" dt="2026-09-23T18:37:31.532" v="6855" actId="20577"/>
        <pc:sldMkLst>
          <pc:docMk/>
          <pc:sldMk cId="631413008" sldId="258"/>
        </pc:sldMkLst>
        <pc:spChg chg="mod">
          <ac:chgData name="Louie Bloomberg" userId="76a16473-cee8-4950-a663-281c836833c6" providerId="ADAL" clId="{33D86E0F-1B04-5C65-81C7-ED5231302D30}" dt="2026-09-21T17:34:24.818" v="327" actId="20577"/>
          <ac:spMkLst>
            <pc:docMk/>
            <pc:sldMk cId="631413008" sldId="258"/>
            <ac:spMk id="2" creationId="{12F30F62-E8E8-78C3-9AF0-885315E9C819}"/>
          </ac:spMkLst>
        </pc:spChg>
        <pc:spChg chg="mod">
          <ac:chgData name="Louie Bloomberg" userId="76a16473-cee8-4950-a663-281c836833c6" providerId="ADAL" clId="{33D86E0F-1B04-5C65-81C7-ED5231302D30}" dt="2026-09-23T18:37:31.532" v="6855" actId="20577"/>
          <ac:spMkLst>
            <pc:docMk/>
            <pc:sldMk cId="631413008" sldId="258"/>
            <ac:spMk id="3" creationId="{63EC36B9-8075-D9B0-7DA2-DB758D7F1A4D}"/>
          </ac:spMkLst>
        </pc:spChg>
      </pc:sldChg>
      <pc:sldChg chg="addSp delSp modSp mod modClrScheme chgLayout">
        <pc:chgData name="Louie Bloomberg" userId="76a16473-cee8-4950-a663-281c836833c6" providerId="ADAL" clId="{33D86E0F-1B04-5C65-81C7-ED5231302D30}" dt="2026-09-23T03:51:07.378" v="4064" actId="14100"/>
        <pc:sldMkLst>
          <pc:docMk/>
          <pc:sldMk cId="1970618278" sldId="259"/>
        </pc:sldMkLst>
        <pc:spChg chg="mod ord">
          <ac:chgData name="Louie Bloomberg" userId="76a16473-cee8-4950-a663-281c836833c6" providerId="ADAL" clId="{33D86E0F-1B04-5C65-81C7-ED5231302D30}" dt="2026-09-23T03:51:02.819" v="4062" actId="700"/>
          <ac:spMkLst>
            <pc:docMk/>
            <pc:sldMk cId="1970618278" sldId="259"/>
            <ac:spMk id="2" creationId="{7A672E37-5155-22CE-0DE0-9A6DBA83637B}"/>
          </ac:spMkLst>
        </pc:spChg>
        <pc:spChg chg="mod ord">
          <ac:chgData name="Louie Bloomberg" userId="76a16473-cee8-4950-a663-281c836833c6" providerId="ADAL" clId="{33D86E0F-1B04-5C65-81C7-ED5231302D30}" dt="2026-09-23T03:51:07.378" v="4064" actId="14100"/>
          <ac:spMkLst>
            <pc:docMk/>
            <pc:sldMk cId="1970618278" sldId="259"/>
            <ac:spMk id="3" creationId="{66FB8EAE-357D-DE9E-4F27-F2D1C46E1893}"/>
          </ac:spMkLst>
        </pc:spChg>
        <pc:spChg chg="add del mod ord">
          <ac:chgData name="Louie Bloomberg" userId="76a16473-cee8-4950-a663-281c836833c6" providerId="ADAL" clId="{33D86E0F-1B04-5C65-81C7-ED5231302D30}" dt="2026-09-22T17:01:26.203" v="2393" actId="700"/>
          <ac:spMkLst>
            <pc:docMk/>
            <pc:sldMk cId="1970618278" sldId="259"/>
            <ac:spMk id="5" creationId="{EEEA2779-4129-4FDD-B7F0-8F0DBDA23444}"/>
          </ac:spMkLst>
        </pc:spChg>
        <pc:spChg chg="add del mod ord">
          <ac:chgData name="Louie Bloomberg" userId="76a16473-cee8-4950-a663-281c836833c6" providerId="ADAL" clId="{33D86E0F-1B04-5C65-81C7-ED5231302D30}" dt="2026-09-23T03:51:02.819" v="4062" actId="700"/>
          <ac:spMkLst>
            <pc:docMk/>
            <pc:sldMk cId="1970618278" sldId="259"/>
            <ac:spMk id="7" creationId="{AB50738E-4ABE-9553-4739-B332D29CD949}"/>
          </ac:spMkLst>
        </pc:spChg>
        <pc:picChg chg="mod">
          <ac:chgData name="Louie Bloomberg" userId="76a16473-cee8-4950-a663-281c836833c6" providerId="ADAL" clId="{33D86E0F-1B04-5C65-81C7-ED5231302D30}" dt="2026-09-22T17:01:31.107" v="2395" actId="1076"/>
          <ac:picMkLst>
            <pc:docMk/>
            <pc:sldMk cId="1970618278" sldId="259"/>
            <ac:picMk id="4" creationId="{905FD059-94F7-58D6-B730-340F19DA7A73}"/>
          </ac:picMkLst>
        </pc:picChg>
        <pc:picChg chg="add del mod">
          <ac:chgData name="Louie Bloomberg" userId="76a16473-cee8-4950-a663-281c836833c6" providerId="ADAL" clId="{33D86E0F-1B04-5C65-81C7-ED5231302D30}" dt="2026-09-22T17:01:08.958" v="2392" actId="478"/>
          <ac:picMkLst>
            <pc:docMk/>
            <pc:sldMk cId="1970618278" sldId="259"/>
            <ac:picMk id="6" creationId="{10049C6A-B1AC-0B16-9BEB-54A40441FF5B}"/>
          </ac:picMkLst>
        </pc:picChg>
      </pc:sldChg>
      <pc:sldChg chg="modSp del mod modShow">
        <pc:chgData name="Louie Bloomberg" userId="76a16473-cee8-4950-a663-281c836833c6" providerId="ADAL" clId="{33D86E0F-1B04-5C65-81C7-ED5231302D30}" dt="2026-09-23T17:10:23.292" v="6851" actId="2696"/>
        <pc:sldMkLst>
          <pc:docMk/>
          <pc:sldMk cId="2075948217" sldId="260"/>
        </pc:sldMkLst>
        <pc:spChg chg="mod">
          <ac:chgData name="Louie Bloomberg" userId="76a16473-cee8-4950-a663-281c836833c6" providerId="ADAL" clId="{33D86E0F-1B04-5C65-81C7-ED5231302D30}" dt="2026-09-23T16:00:37.896" v="6649" actId="20577"/>
          <ac:spMkLst>
            <pc:docMk/>
            <pc:sldMk cId="2075948217" sldId="260"/>
            <ac:spMk id="2" creationId="{57887FBB-ADCE-E8BD-D695-DF71B643DF1A}"/>
          </ac:spMkLst>
        </pc:spChg>
        <pc:spChg chg="mod">
          <ac:chgData name="Louie Bloomberg" userId="76a16473-cee8-4950-a663-281c836833c6" providerId="ADAL" clId="{33D86E0F-1B04-5C65-81C7-ED5231302D30}" dt="2026-09-23T16:01:34.027" v="6850" actId="20577"/>
          <ac:spMkLst>
            <pc:docMk/>
            <pc:sldMk cId="2075948217" sldId="260"/>
            <ac:spMk id="3" creationId="{6584455A-F313-2CBF-EE4C-AE8FD63E4EDE}"/>
          </ac:spMkLst>
        </pc:spChg>
      </pc:sldChg>
      <pc:sldChg chg="modSp mod">
        <pc:chgData name="Louie Bloomberg" userId="76a16473-cee8-4950-a663-281c836833c6" providerId="ADAL" clId="{33D86E0F-1B04-5C65-81C7-ED5231302D30}" dt="2026-09-22T17:02:47.601" v="2431" actId="1076"/>
        <pc:sldMkLst>
          <pc:docMk/>
          <pc:sldMk cId="3330281675" sldId="261"/>
        </pc:sldMkLst>
        <pc:spChg chg="mod">
          <ac:chgData name="Louie Bloomberg" userId="76a16473-cee8-4950-a663-281c836833c6" providerId="ADAL" clId="{33D86E0F-1B04-5C65-81C7-ED5231302D30}" dt="2026-09-22T17:02:36.358" v="2427" actId="27636"/>
          <ac:spMkLst>
            <pc:docMk/>
            <pc:sldMk cId="3330281675" sldId="261"/>
            <ac:spMk id="3" creationId="{26291F45-6FEE-A0FB-75D5-D003F336D4DB}"/>
          </ac:spMkLst>
        </pc:spChg>
        <pc:picChg chg="mod">
          <ac:chgData name="Louie Bloomberg" userId="76a16473-cee8-4950-a663-281c836833c6" providerId="ADAL" clId="{33D86E0F-1B04-5C65-81C7-ED5231302D30}" dt="2026-09-22T17:02:39.881" v="2428" actId="14100"/>
          <ac:picMkLst>
            <pc:docMk/>
            <pc:sldMk cId="3330281675" sldId="261"/>
            <ac:picMk id="4" creationId="{9139C5F0-EB10-208A-D4C6-F71C8BBA5642}"/>
          </ac:picMkLst>
        </pc:picChg>
        <pc:picChg chg="mod">
          <ac:chgData name="Louie Bloomberg" userId="76a16473-cee8-4950-a663-281c836833c6" providerId="ADAL" clId="{33D86E0F-1B04-5C65-81C7-ED5231302D30}" dt="2026-09-22T17:02:43.085" v="2429" actId="14100"/>
          <ac:picMkLst>
            <pc:docMk/>
            <pc:sldMk cId="3330281675" sldId="261"/>
            <ac:picMk id="5" creationId="{6F97420A-C274-A049-504F-CEA66A62FAE8}"/>
          </ac:picMkLst>
        </pc:picChg>
        <pc:picChg chg="mod">
          <ac:chgData name="Louie Bloomberg" userId="76a16473-cee8-4950-a663-281c836833c6" providerId="ADAL" clId="{33D86E0F-1B04-5C65-81C7-ED5231302D30}" dt="2026-09-22T17:02:47.601" v="2431" actId="1076"/>
          <ac:picMkLst>
            <pc:docMk/>
            <pc:sldMk cId="3330281675" sldId="261"/>
            <ac:picMk id="6" creationId="{B12C93BE-FC9C-4B20-C700-20C48ABA5B8D}"/>
          </ac:picMkLst>
        </pc:picChg>
      </pc:sldChg>
      <pc:sldChg chg="modSp mod">
        <pc:chgData name="Louie Bloomberg" userId="76a16473-cee8-4950-a663-281c836833c6" providerId="ADAL" clId="{33D86E0F-1B04-5C65-81C7-ED5231302D30}" dt="2026-09-22T17:03:04.060" v="2434" actId="1076"/>
        <pc:sldMkLst>
          <pc:docMk/>
          <pc:sldMk cId="382989612" sldId="262"/>
        </pc:sldMkLst>
        <pc:spChg chg="mod">
          <ac:chgData name="Louie Bloomberg" userId="76a16473-cee8-4950-a663-281c836833c6" providerId="ADAL" clId="{33D86E0F-1B04-5C65-81C7-ED5231302D30}" dt="2026-09-22T17:02:55.988" v="2433" actId="27636"/>
          <ac:spMkLst>
            <pc:docMk/>
            <pc:sldMk cId="382989612" sldId="262"/>
            <ac:spMk id="3" creationId="{D64B01D7-D23E-3E5B-6E6D-C6A46C88052B}"/>
          </ac:spMkLst>
        </pc:spChg>
        <pc:picChg chg="mod">
          <ac:chgData name="Louie Bloomberg" userId="76a16473-cee8-4950-a663-281c836833c6" providerId="ADAL" clId="{33D86E0F-1B04-5C65-81C7-ED5231302D30}" dt="2026-09-22T17:03:04.060" v="2434" actId="1076"/>
          <ac:picMkLst>
            <pc:docMk/>
            <pc:sldMk cId="382989612" sldId="262"/>
            <ac:picMk id="4" creationId="{A249312A-457D-7534-ECEC-CB53DDA4E0F9}"/>
          </ac:picMkLst>
        </pc:picChg>
      </pc:sldChg>
      <pc:sldChg chg="modSp mod">
        <pc:chgData name="Louie Bloomberg" userId="76a16473-cee8-4950-a663-281c836833c6" providerId="ADAL" clId="{33D86E0F-1B04-5C65-81C7-ED5231302D30}" dt="2026-09-22T17:13:43.813" v="3075" actId="20577"/>
        <pc:sldMkLst>
          <pc:docMk/>
          <pc:sldMk cId="1232179634" sldId="263"/>
        </pc:sldMkLst>
        <pc:spChg chg="mod">
          <ac:chgData name="Louie Bloomberg" userId="76a16473-cee8-4950-a663-281c836833c6" providerId="ADAL" clId="{33D86E0F-1B04-5C65-81C7-ED5231302D30}" dt="2026-09-22T17:10:23.969" v="2603" actId="20577"/>
          <ac:spMkLst>
            <pc:docMk/>
            <pc:sldMk cId="1232179634" sldId="263"/>
            <ac:spMk id="2" creationId="{9EA42F07-66BD-7498-0E5F-A4A4B4F0E924}"/>
          </ac:spMkLst>
        </pc:spChg>
        <pc:spChg chg="mod">
          <ac:chgData name="Louie Bloomberg" userId="76a16473-cee8-4950-a663-281c836833c6" providerId="ADAL" clId="{33D86E0F-1B04-5C65-81C7-ED5231302D30}" dt="2026-09-22T17:13:43.813" v="3075" actId="20577"/>
          <ac:spMkLst>
            <pc:docMk/>
            <pc:sldMk cId="1232179634" sldId="263"/>
            <ac:spMk id="3" creationId="{38EDE2CC-84F0-4B2E-A4AF-B6064C461BE0}"/>
          </ac:spMkLst>
        </pc:spChg>
      </pc:sldChg>
      <pc:sldChg chg="modSp mod">
        <pc:chgData name="Louie Bloomberg" userId="76a16473-cee8-4950-a663-281c836833c6" providerId="ADAL" clId="{33D86E0F-1B04-5C65-81C7-ED5231302D30}" dt="2026-09-22T17:13:19.533" v="2967" actId="20577"/>
        <pc:sldMkLst>
          <pc:docMk/>
          <pc:sldMk cId="3825085688" sldId="264"/>
        </pc:sldMkLst>
        <pc:spChg chg="mod">
          <ac:chgData name="Louie Bloomberg" userId="76a16473-cee8-4950-a663-281c836833c6" providerId="ADAL" clId="{33D86E0F-1B04-5C65-81C7-ED5231302D30}" dt="2026-09-22T17:13:19.533" v="2967" actId="20577"/>
          <ac:spMkLst>
            <pc:docMk/>
            <pc:sldMk cId="3825085688" sldId="264"/>
            <ac:spMk id="3" creationId="{417A53E9-A014-34CC-7F09-8828642E001F}"/>
          </ac:spMkLst>
        </pc:spChg>
      </pc:sldChg>
      <pc:sldChg chg="addSp delSp modSp mod">
        <pc:chgData name="Louie Bloomberg" userId="76a16473-cee8-4950-a663-281c836833c6" providerId="ADAL" clId="{33D86E0F-1B04-5C65-81C7-ED5231302D30}" dt="2026-09-22T17:10:46.325" v="2604" actId="20577"/>
        <pc:sldMkLst>
          <pc:docMk/>
          <pc:sldMk cId="3480464443" sldId="265"/>
        </pc:sldMkLst>
        <pc:spChg chg="mod">
          <ac:chgData name="Louie Bloomberg" userId="76a16473-cee8-4950-a663-281c836833c6" providerId="ADAL" clId="{33D86E0F-1B04-5C65-81C7-ED5231302D30}" dt="2026-09-22T17:09:24.741" v="2560" actId="20577"/>
          <ac:spMkLst>
            <pc:docMk/>
            <pc:sldMk cId="3480464443" sldId="265"/>
            <ac:spMk id="2" creationId="{05CB9090-06A5-A5DE-9C8B-BE1F5D00BBEA}"/>
          </ac:spMkLst>
        </pc:spChg>
        <pc:spChg chg="mod">
          <ac:chgData name="Louie Bloomberg" userId="76a16473-cee8-4950-a663-281c836833c6" providerId="ADAL" clId="{33D86E0F-1B04-5C65-81C7-ED5231302D30}" dt="2026-09-22T17:10:46.325" v="2604" actId="20577"/>
          <ac:spMkLst>
            <pc:docMk/>
            <pc:sldMk cId="3480464443" sldId="265"/>
            <ac:spMk id="3" creationId="{F72C4600-15B4-323E-295A-ADBDEA405BB1}"/>
          </ac:spMkLst>
        </pc:spChg>
        <pc:spChg chg="add del">
          <ac:chgData name="Louie Bloomberg" userId="76a16473-cee8-4950-a663-281c836833c6" providerId="ADAL" clId="{33D86E0F-1B04-5C65-81C7-ED5231302D30}" dt="2026-09-22T15:52:38.205" v="587" actId="478"/>
          <ac:spMkLst>
            <pc:docMk/>
            <pc:sldMk cId="3480464443" sldId="265"/>
            <ac:spMk id="5" creationId="{F163317B-5B74-C342-A562-141464777030}"/>
          </ac:spMkLst>
        </pc:spChg>
      </pc:sldChg>
      <pc:sldChg chg="modSp">
        <pc:chgData name="Louie Bloomberg" userId="76a16473-cee8-4950-a663-281c836833c6" providerId="ADAL" clId="{33D86E0F-1B04-5C65-81C7-ED5231302D30}" dt="2026-09-23T03:38:19.734" v="3095" actId="20577"/>
        <pc:sldMkLst>
          <pc:docMk/>
          <pc:sldMk cId="266955992" sldId="266"/>
        </pc:sldMkLst>
        <pc:spChg chg="mod">
          <ac:chgData name="Louie Bloomberg" userId="76a16473-cee8-4950-a663-281c836833c6" providerId="ADAL" clId="{33D86E0F-1B04-5C65-81C7-ED5231302D30}" dt="2026-09-23T03:38:19.734" v="3095" actId="20577"/>
          <ac:spMkLst>
            <pc:docMk/>
            <pc:sldMk cId="266955992" sldId="266"/>
            <ac:spMk id="3" creationId="{AEDB5F6C-2FEF-B64D-17B2-4656C5672B2D}"/>
          </ac:spMkLst>
        </pc:spChg>
      </pc:sldChg>
      <pc:sldChg chg="modSp new mod">
        <pc:chgData name="Louie Bloomberg" userId="76a16473-cee8-4950-a663-281c836833c6" providerId="ADAL" clId="{33D86E0F-1B04-5C65-81C7-ED5231302D30}" dt="2026-09-23T04:49:18.593" v="6618" actId="255"/>
        <pc:sldMkLst>
          <pc:docMk/>
          <pc:sldMk cId="1780002145" sldId="269"/>
        </pc:sldMkLst>
        <pc:spChg chg="mod">
          <ac:chgData name="Louie Bloomberg" userId="76a16473-cee8-4950-a663-281c836833c6" providerId="ADAL" clId="{33D86E0F-1B04-5C65-81C7-ED5231302D30}" dt="2026-09-23T03:42:30.751" v="3239" actId="20577"/>
          <ac:spMkLst>
            <pc:docMk/>
            <pc:sldMk cId="1780002145" sldId="269"/>
            <ac:spMk id="2" creationId="{EFE6295B-56F2-C802-1A8A-76BC5169846D}"/>
          </ac:spMkLst>
        </pc:spChg>
        <pc:spChg chg="mod">
          <ac:chgData name="Louie Bloomberg" userId="76a16473-cee8-4950-a663-281c836833c6" providerId="ADAL" clId="{33D86E0F-1B04-5C65-81C7-ED5231302D30}" dt="2026-09-23T04:49:18.593" v="6618" actId="255"/>
          <ac:spMkLst>
            <pc:docMk/>
            <pc:sldMk cId="1780002145" sldId="269"/>
            <ac:spMk id="3" creationId="{2F42B304-E0AB-88FE-79A6-D3E55961DE16}"/>
          </ac:spMkLst>
        </pc:spChg>
      </pc:sldChg>
      <pc:sldChg chg="modSp new mod">
        <pc:chgData name="Louie Bloomberg" userId="76a16473-cee8-4950-a663-281c836833c6" providerId="ADAL" clId="{33D86E0F-1B04-5C65-81C7-ED5231302D30}" dt="2026-09-23T04:49:53.127" v="6639" actId="20577"/>
        <pc:sldMkLst>
          <pc:docMk/>
          <pc:sldMk cId="3062142675" sldId="270"/>
        </pc:sldMkLst>
        <pc:spChg chg="mod">
          <ac:chgData name="Louie Bloomberg" userId="76a16473-cee8-4950-a663-281c836833c6" providerId="ADAL" clId="{33D86E0F-1B04-5C65-81C7-ED5231302D30}" dt="2026-09-23T04:48:54.066" v="6615" actId="20577"/>
          <ac:spMkLst>
            <pc:docMk/>
            <pc:sldMk cId="3062142675" sldId="270"/>
            <ac:spMk id="2" creationId="{8D308617-F2C8-82E4-48AF-55F575E99036}"/>
          </ac:spMkLst>
        </pc:spChg>
        <pc:spChg chg="mod">
          <ac:chgData name="Louie Bloomberg" userId="76a16473-cee8-4950-a663-281c836833c6" providerId="ADAL" clId="{33D86E0F-1B04-5C65-81C7-ED5231302D30}" dt="2026-09-23T04:49:53.127" v="6639" actId="20577"/>
          <ac:spMkLst>
            <pc:docMk/>
            <pc:sldMk cId="3062142675" sldId="270"/>
            <ac:spMk id="3" creationId="{F92419E5-612F-D152-8C5C-525A95A770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3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7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0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0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3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6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3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8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3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0698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58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5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61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2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0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8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Precipitation In </a:t>
            </a:r>
            <a:br>
              <a:rPr lang="en-US"/>
            </a:br>
            <a:r>
              <a:rPr lang="en-US"/>
              <a:t>Des Moines,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05131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000" dirty="0"/>
          </a:p>
          <a:p>
            <a:r>
              <a:rPr lang="en-US" sz="2400" dirty="0"/>
              <a:t>Client: Tom Skilling, Former Chief Meteorologist of WGN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14BE-855C-9C6A-467A-9A972F55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Fully Specify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0790A-4330-BE41-E84A-1B85F5DB6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638" y="1825625"/>
                <a:ext cx="1175810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1. Random Component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𝐵𝑒𝑟𝑛𝑜𝑢𝑙𝑙𝑖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400" dirty="0"/>
                  <a:t>2. Systematic Component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𝑆𝑝𝑟𝑖𝑛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𝑆𝑢𝑚𝑚𝑒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𝐹𝑎𝑙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𝑀𝑎𝑥𝐷𝑒𝑤𝑃𝑜𝑖𝑛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𝐴𝑣𝑔𝑊𝑖𝑛𝑑𝑆𝑝𝑒𝑒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𝑀𝑎𝑥𝑅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0790A-4330-BE41-E84A-1B85F5DB6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638" y="1825625"/>
                <a:ext cx="11758108" cy="4351338"/>
              </a:xfrm>
              <a:blipFill>
                <a:blip r:embed="rId2"/>
                <a:stretch>
                  <a:fillRect l="-863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92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0F62-E8E8-78C3-9AF0-885315E9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Other Models Could Be Incorrect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C36B9-8075-D9B0-7DA2-DB758D7F1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𝑆𝑝𝑟𝑖𝑛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𝑆𝑢𝑚𝑚𝑒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𝐹𝑎𝑙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𝑀𝑎𝑥𝐷𝑒𝑤𝑃𝑜𝑖𝑛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𝐴𝑣𝑔𝑊𝑖𝑛𝑑𝑆𝑝𝑒𝑒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𝑀𝑎𝑥𝑅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Issue:</a:t>
                </a:r>
              </a:p>
              <a:p>
                <a:pPr marL="0" indent="0">
                  <a:buNone/>
                </a:pPr>
                <a:r>
                  <a:rPr lang="en-US" sz="2000" dirty="0"/>
                  <a:t>This model could have a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that is less than 0 or greater than 1, which is not valid for a probability. The correct model uses the logit link function to ensure that the predicted probabilities are constrained between 0 and 1.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C36B9-8075-D9B0-7DA2-DB758D7F1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413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2E37-5155-22CE-0DE0-9A6DBA83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8EAE-357D-DE9E-4F27-F2D1C46E1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6257595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Step 1: Make a table with the categorical x (season) and binary y (</a:t>
            </a:r>
            <a:r>
              <a:rPr lang="en-US" sz="2400" err="1"/>
              <a:t>precip_bin</a:t>
            </a:r>
            <a:r>
              <a:rPr lang="en-US" sz="2400"/>
              <a:t>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sz="2200"/>
              <a:t>There are no empty cells in the table, meaning there is no complete separation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FD059-94F7-58D6-B730-340F19DA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395" y="2324100"/>
            <a:ext cx="515747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1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80BE-2EAF-25F3-1B67-4A185504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1F45-6FEE-A0FB-75D5-D003F336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Step 2: Make a scatterplot between numeric x's (</a:t>
            </a:r>
            <a:r>
              <a:rPr lang="en-US" err="1">
                <a:ea typeface="+mn-lt"/>
                <a:cs typeface="+mn-lt"/>
              </a:rPr>
              <a:t>max_dewpoint_f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avg_wind_speed_kts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max_rh</a:t>
            </a:r>
            <a:r>
              <a:rPr lang="en-US">
                <a:ea typeface="+mn-lt"/>
                <a:cs typeface="+mn-lt"/>
              </a:rPr>
              <a:t>) and binary y (</a:t>
            </a:r>
            <a:r>
              <a:rPr lang="en-US" err="1">
                <a:ea typeface="+mn-lt"/>
                <a:cs typeface="+mn-lt"/>
              </a:rPr>
              <a:t>precip_bin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There is no complete separation in any of the three scatterplots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9C5F0-EB10-208A-D4C6-F71C8BBA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76880"/>
            <a:ext cx="3548552" cy="2676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7420A-C274-A049-504F-CEA66A62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604" y="2976879"/>
            <a:ext cx="3566549" cy="2676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2C93BE-FC9C-4B20-C700-20C48ABA5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405" y="2976880"/>
            <a:ext cx="3597188" cy="267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8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5890-DDC5-E04B-7084-884A1648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01D7-D23E-3E5B-6E6D-C6A46C880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Step 3: Does the logistic regression model consist of large standard errors (larger than 5)?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 standard errors exceed 5, meaning there is no complete separation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9312A-457D-7534-ECEC-CB53DDA4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87" y="2830259"/>
            <a:ext cx="64992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42F07-66BD-7498-0E5F-A4A4B4F0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Higher Dew Points Can Lead to Increased Precipitation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DE2CC-84F0-4B2E-A4AF-B6064C461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/>
                  <a:t>For an otherwise identical day, a five-degree Fahrenheit increase in the maximum dewpoint causes the odds of precipitation to increase by 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i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0.0129</m:t>
                            </m:r>
                          </m:e>
                        </m:d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=1.066</m:t>
                    </m:r>
                  </m:oMath>
                </a14:m>
                <a:r>
                  <a:rPr lang="en-US"/>
                  <a:t> meaning that this leads to about a 6.6% increase in the odds of measuring at least 0.01 inches of precipitation in a day.</a:t>
                </a:r>
              </a:p>
              <a:p>
                <a:endParaRPr lang="en-US"/>
              </a:p>
              <a:p>
                <a:r>
                  <a:rPr lang="en-US"/>
                  <a:t>We are 95% confident that the odds of measuring at least 0.01 inches of precipitation is somewhere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000817</m:t>
                            </m:r>
                          </m:e>
                        </m:d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1.004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0250</m:t>
                            </m:r>
                          </m:e>
                        </m:d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1.133</m:t>
                    </m:r>
                  </m:oMath>
                </a14:m>
                <a:r>
                  <a:rPr lang="en-US"/>
                  <a:t> times larger for every five-degree Fahrenheit increase in maximum dewpoint.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DE2CC-84F0-4B2E-A4AF-B6064C461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887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17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5326-1267-F86F-1159-15F75DE9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is on Average Rainier than Summer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A53E9-A014-34CC-7F09-8828642E0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/>
                  <a:t>For otherwise identical days, the odds of measuring at least 0.01 inches of precipitation in Spring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0.6993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=2.0123</m:t>
                    </m:r>
                  </m:oMath>
                </a14:m>
                <a:r>
                  <a:rPr lang="en-US"/>
                  <a:t> times larger than in Summer, meaning there is a 101.23% increase in the odds of measuring at least 0.01 inches of precipitation in a day. </a:t>
                </a:r>
              </a:p>
              <a:p>
                <a:endParaRPr lang="en-US"/>
              </a:p>
              <a:p>
                <a:r>
                  <a:rPr lang="en-US"/>
                  <a:t>We are 95% confident that the odds of measuring at least 0.01 inches of precipitation changes by the factor of somewhere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−0.0279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0.9725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1.4265</m:t>
                        </m:r>
                      </m:sup>
                    </m:sSup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4.1639</m:t>
                    </m:r>
                  </m:oMath>
                </a14:m>
                <a:r>
                  <a:rPr lang="en-US"/>
                  <a:t> when it is Spring compared to Summer.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A53E9-A014-34CC-7F09-8828642E0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08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9090-06A5-A5DE-9C8B-BE1F5D00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Windier Days can lead to Higher Precipitation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C4600-15B4-323E-295A-ADBDEA405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/>
                  <a:t>For otherwise identical days, the odds of precipitation of at least 0.01 inches for a day with an average wind speed of 10 knots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i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.1840</m:t>
                            </m:r>
                          </m:e>
                        </m:d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=2.509</m:t>
                    </m:r>
                  </m:oMath>
                </a14:m>
                <a:r>
                  <a:rPr lang="en-US"/>
                  <a:t> times larger than a day with an average wind speed of 5 knots, meaning that the odds of measuring at least 0.01 inches of precipitation increases by 150.9%.</a:t>
                </a:r>
              </a:p>
              <a:p>
                <a:endParaRPr lang="en-US"/>
              </a:p>
              <a:p>
                <a:r>
                  <a:rPr lang="en-US"/>
                  <a:t>We are 95% confident that the odds of measuring at least 0.01 inches of precipitation on a day with an average wind speed of 10 knots is somewhere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i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0.1418</m:t>
                            </m:r>
                          </m:e>
                        </m:d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=2.029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i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0.2271</m:t>
                            </m:r>
                          </m:e>
                        </m:d>
                      </m:sup>
                    </m:sSup>
                    <m:r>
                      <a:rPr lang="en-US" i="0" dirty="0">
                        <a:latin typeface="Cambria Math" panose="02040503050406030204" pitchFamily="18" charset="0"/>
                      </a:rPr>
                      <m:t>=3.113</m:t>
                    </m:r>
                  </m:oMath>
                </a14:m>
                <a:r>
                  <a:rPr lang="en-US"/>
                  <a:t> times larger than a day with an average wind speed of 5 knots.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C4600-15B4-323E-295A-ADBDEA405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46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2C63-A71F-7C51-F651-393A291D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our Model significant?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B5F6C-2FEF-B64D-17B2-4656C5672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=577.6508</m:t>
                    </m:r>
                  </m:oMath>
                </a14:m>
                <a:endParaRPr lang="en-US"/>
              </a:p>
              <a:p>
                <a:r>
                  <a:rPr lang="en-US"/>
                  <a:t>Null distribution = Chi-Square with 6 degrees of freedom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𝑏𝑎𝑠𝑖𝑐𝑎𝑙𝑙𝑦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lr &gt; p-value</a:t>
                </a:r>
              </a:p>
              <a:p>
                <a:r>
                  <a:rPr lang="en-US"/>
                  <a:t>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 We do have evidence that our model is a significant predictor of whether there will be at least 0.01 inches of precipitation. 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B5F6C-2FEF-B64D-17B2-4656C5672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258" r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5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1311-821D-031B-A28A-FE44B6C4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Dewpoint is very much significant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11531-D162-3D75-5B51-5732F9567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=4.3361</m:t>
                    </m:r>
                  </m:oMath>
                </a14:m>
                <a:endParaRPr lang="en-US"/>
              </a:p>
              <a:p>
                <a:r>
                  <a:rPr lang="en-US"/>
                  <a:t>Null distribution = Chi-Square with 1 degree of freedom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=0.0373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 &gt; p-value</a:t>
                </a:r>
              </a:p>
              <a:p>
                <a:r>
                  <a:rPr lang="en-US"/>
                  <a:t>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 We do have evidence that maximum dewpoint is a significant predictor in whether there will be at least 0.01 inches of precipitation.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11531-D162-3D75-5B51-5732F9567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258" r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31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DBA0-01BC-9176-5CCC-7E11B20B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April showers bring may flowers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E1C43-D037-3A47-870D-78B2BCBFF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𝑆𝑝𝑟𝑖𝑛𝑔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𝑆𝑢𝑚𝑚𝑒𝑟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𝐴𝑢𝑡𝑢𝑚𝑛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𝑙𝑒𝑎𝑠𝑡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27.3674</m:t>
                    </m:r>
                  </m:oMath>
                </a14:m>
                <a:endParaRPr lang="en-US"/>
              </a:p>
              <a:p>
                <a:r>
                  <a:rPr lang="en-US"/>
                  <a:t>Null distribution = Chi-Square with 3 degrees of freedom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𝑏𝑎𝑠𝑖𝑐𝑎𝑙𝑙𝑦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 &gt; p-value</a:t>
                </a:r>
              </a:p>
              <a:p>
                <a:r>
                  <a:rPr lang="en-US"/>
                  <a:t>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 We do have evidence that at least one of the seasons can significantly predict if there will be at least 0.01 inches of precipitation.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E1C43-D037-3A47-870D-78B2BCBFF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289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295B-56F2-C802-1A8A-76BC5169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Leaves are falling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2B304-E0AB-88FE-79A6-D3E55961D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Out of curiosity we wondered what the chance would be to get at least 0.01 inches of precipitation in Autumn with a maximum relative humidity of 93%, a maximum dew point of 56 degrees, and an average windspeed of 8 knots.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−17.0120+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−0.1815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0.0129∗56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0.1840∗8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0.1568∗93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−17.0120+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−0.1815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0.0129∗56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0.1840∗8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0.1568∗93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0.3973 </a:t>
                </a:r>
              </a:p>
              <a:p>
                <a:endParaRPr lang="en-US" sz="2000">
                  <a:ea typeface="Cambria Math" panose="02040503050406030204" pitchFamily="18" charset="0"/>
                </a:endParaRPr>
              </a:p>
              <a:p>
                <a:r>
                  <a:rPr lang="en-US">
                    <a:ea typeface="Cambria Math" panose="02040503050406030204" pitchFamily="18" charset="0"/>
                  </a:rPr>
                  <a:t>Looking at this, we can see that those values show us that even with a maximum relative humidity of 93% very humid, an average wind speed of around 8 knots and a maximum Dew Point of 56 degrees still only resulted in a 39.73% chance of measuring at least 0.01 inches of precipitation.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2B304-E0AB-88FE-79A6-D3E55961D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887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00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8617-F2C8-82E4-48AF-55F575E9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Maybe you should bring an Umbrella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419E5-612F-D152-8C5C-525A95A77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Naturally, we wanted to know what the chances of you getting rained out during Summer using the maximum values recorded throughout the dataset with a maximum relative humidity of 100%, an average wind speed of 13.16 knots, and a maximum dew point of 80 degrees (pretty sweltery in my book).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−17.0120+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0.0291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0.0129∗80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0.1840∗13.16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0.1568∗100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−17.0120+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0.0291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0.0129∗80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0.1840∗13.16</m:t>
                                </m:r>
                              </m:e>
                            </m:d>
                            <m:r>
                              <a:rPr lang="en-US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0.1568∗100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sz="18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0.8957 </a:t>
                </a:r>
              </a:p>
              <a:p>
                <a:endParaRPr lang="en-US"/>
              </a:p>
              <a:p>
                <a:r>
                  <a:rPr lang="en-US"/>
                  <a:t>Looking at that, using those maximum values determined by the dataset we see that there is almost a 90% chance that on a day like this, there would be at least 0.01 inches of rain, so I suggest grabbing your umbrella or finding an alternative activity.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419E5-612F-D152-8C5C-525A95A77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3" t="-1887" r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14267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 Template.potx" id="{A252A030-FA46-4B46-AFCB-33F459EFE1FD}" vid="{CB7D02A6-716B-4907-B76A-B2B508C0B793}"/>
    </a:ext>
  </a:extLst>
</a:theme>
</file>

<file path=docMetadata/LabelInfo.xml><?xml version="1.0" encoding="utf-8"?>
<clbl:labelList xmlns:clbl="http://schemas.microsoft.com/office/2020/mipLabelMetadata">
  <clbl:label id="{6f028129-009c-4b33-b633-bbfc58bbd960}" enabled="0" method="" siteId="{6f028129-009c-4b33-b633-bbfc58bbd96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Vapor Trail Template</Template>
  <TotalTime>0</TotalTime>
  <Words>1004</Words>
  <Application>Microsoft Macintosh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Century Gothic</vt:lpstr>
      <vt:lpstr>Vapor Trail</vt:lpstr>
      <vt:lpstr>Precipitation In  Des Moines, IA</vt:lpstr>
      <vt:lpstr>Fully Specify Model</vt:lpstr>
      <vt:lpstr>Why Other Models Could Be Incorrect</vt:lpstr>
      <vt:lpstr>Complete Separation</vt:lpstr>
      <vt:lpstr>Complete Separation</vt:lpstr>
      <vt:lpstr>Complete Separation</vt:lpstr>
      <vt:lpstr>Higher Dew Points Can Lead to Increased Precipitation</vt:lpstr>
      <vt:lpstr>Spring is on Average Rainier than Summer</vt:lpstr>
      <vt:lpstr>Windier Days can lead to Higher Precipitation</vt:lpstr>
      <vt:lpstr>Is our Model significant?</vt:lpstr>
      <vt:lpstr>Dewpoint is very much significant</vt:lpstr>
      <vt:lpstr>April showers bring may flowers</vt:lpstr>
      <vt:lpstr>The Leaves are falling</vt:lpstr>
      <vt:lpstr>Maybe you should bring an Umbrella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Louie Bloomberg</cp:lastModifiedBy>
  <cp:revision>1</cp:revision>
  <dcterms:created xsi:type="dcterms:W3CDTF">2026-09-20T21:14:41Z</dcterms:created>
  <dcterms:modified xsi:type="dcterms:W3CDTF">2026-09-23T18:39:06Z</dcterms:modified>
</cp:coreProperties>
</file>